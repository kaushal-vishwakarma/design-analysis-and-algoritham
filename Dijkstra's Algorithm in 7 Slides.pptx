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Dijkstra's algorithm finds the shortest distance from one source vertex to every other vertex in a weighted graph with non-negative edges. The highlighted graph on the right previews the answer we derive in the worked example: the shortest path from A to F runs A, C, B, D, E,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one source, a weighted graph, and no negative edges. The greedy idea on the right is the whole algorithm in a sentence. The non-negative condition is what makes that greedy choice safe, which we revisit on the analysis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top to bottom. Initialization sets every distance to infinity except the source. Each pass of the while loop extracts the unfinished vertex with the smallest distance, then relaxes its outgoing edges. Relaxation is the only operation that changes a distance. The example on the right: u has distance 3 and an edge of weight 5 to v, which currently has distance 10, so v improves to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graph used for the example: six vertices, nine undirected edges, source A. The final distances are A 0, C 2, B 3, D 8, E 10, F 13. Following the predecessor pointers back from F gives the path A, C, B, D, E, F with total cost 13. The next slide shows how the algorithm gets there,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row by row. Step 2 is the interesting one: C is picked because its distance 2 is the smallest, and it improves B from 4 to 3, since the route A, C, B costs 2 plus 1. Step 3 improves D from 10 to 8 through B, and step 4 improves E from 12 to 10 through D. Step 4 also sets F to 14, which step 5 improves to 13 through E. The extraction order is A, C, B, D, E,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time depends on the priority queue. With an array, each extract-min scans all vertices: V squared. With a binary heap, V extractions and up to E updates each cost log V. A Fibonacci heap makes decrease-key amortized constant, though binary heaps usually win in practice. The limitation on the right is the counterexample for why edge weights must be non-negative: a finalized vertex is never revisited, so a later negative edge cannot repair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points to remember: the greedy choice, the relaxation step, the complexity with a heap, and the non-negative weight requirement. Real systems use it for road navigation and for OSPF routing; A* is Dijkstra with a heuristic.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A B C D E F Design and Analysis of Algorithms Dijkstra's Algorithm Single-source shortest paths in graphs with non- negative edge weights DAA · Graph algorithm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01 · Overview The problem and the greedy idea Input A weighted graph G = (V, E) and a source vertex s. Output The shortest distance from s to every vertex, plus the paths. Condition Every edge weight is zero or positive. The greedy idea Always finalize the closest unvisited vertex. Any other route to that vertex must pass through a vertex that is at least as far away, so its distance can never improve. Dijkstra's Algorithm · DAA 2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02 · Algorithm Pseudocode and relaxation DIJKSTRA (G, w, s) for each vertex v in V dist[v] ← ∞, prev[v] ← NIL dist[s] ← 0 Q ← V while Q is not empty u ← EXTRACT-MIN(Q) for each neighbour v of u if dist[u] + w(u,v) &lt; dist[v] dist[v] ← dist[u] + w(u,v) prev[v] ← u return dist, prev Relaxation Take the route through u if it beats the best route to v found so far. 3 + 5 = 8 &lt; 10, so dist[v] = 8 State kept dist : best distance known prev : predecessor on that path Q : vertices not yet final Dijkstra's Algorithm · DAA 3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03 · Worked example Result of running from source A 4 2 1 5 8 10 2 6 3 A B C D E F 0 3 2 8 10 13 Shortest path to F A → C → B → D → E → F Cost 2 + 1 + 5 + 2 + 3 = 13. The thick amber edges mark the path. Numbers beside each vertex are final distances from A. The route A, B, D, F costs 15, so the detour through C is cheaper. Dijkstra's Algorithm · DAA 4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03 · Worked example Step-by-step trace from A Step Pick u dist[u] Distances updated 1 A 0 B = 4, C = 2 2 C 2 B = 3, D = 10, E = 12 3 B 3 D = 8 4 D 8 E = 10, F = 14 5 E 10 F = 13 6 F 13 None: every neighbour is final Each step picks the unvisited vertex with the smallest distance, then relaxes its edges. Edges into finalized vertices are skipped. Dijkstra's Algorithm · DAA 5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04 · Analysis Complexity and limitations Priority queue Total time Best for Array scan O(V²) Dense Binary min-heap O((V+E) log V) Sparse Fibonacci heap O(E + V log V) Theory Space O(V) for dist, prev and the queue. Limitation Fails with negative edge weights. With A to B = 2, A to C = 3 and C to B = −2, B is finalized at 2 before C offers 3 − 2 = 1. The true distance is 1, so use Bellman-Ford instead. Dijkstra's Algorithm · DAA 6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05 · Summary Key takeaways Strategy Greedy: finalize the closest unvisited vertex. Core step dist[v] = min(dist[v], dist[u] + w) Cost O((V + E) log V) with a binary heap. Condition Edge weights must be non-negative. Where it is used GPS and map routing, and link-state network routing such as OSPF. A* extends it with a goal-directed heuristic. Dijkstra's Algorithm · DAA 7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Dijkstra's Algorithm in 7 Slides</dc:title>
  <dc:subject/>
  <dc:creator/>
  <cp:lastModifiedBy/>
  <cp:revision>1</cp:revision>
  <dcterms:created xsi:type="dcterms:W3CDTF">2026-10-10T13:18:15Z</dcterms:created>
  <dcterms:modified xsi:type="dcterms:W3CDTF">2026-10-10T13:18:15Z</dcterms:modified>
</cp:coreProperties>
</file>